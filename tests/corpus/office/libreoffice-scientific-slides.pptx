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Retention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Retention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Text</c:v>
                </c:pt>
                <c:pt idx="1">
                  <c:v>Tables</c:v>
                </c:pt>
                <c:pt idx="2">
                  <c:v>Graphics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100</c:v>
                </c:pt>
                <c:pt idx="1">
                  <c:v>96</c:v>
                </c:pt>
                <c:pt idx="2">
                  <c:v>92</c:v>
                </c:pt>
              </c:numCache>
            </c:numRef>
          </c:val>
        </c:ser>
        <c:gapWidth val="150"/>
        <c:overlap val="0"/>
        <c:axId val="38945687"/>
        <c:axId val="41435530"/>
      </c:barChart>
      <c:catAx>
        <c:axId val="38945687"/>
        <c:scaling>
          <c:orientation val="minMax"/>
        </c:scaling>
        <c:delete val="0"/>
        <c:axPos val="b"/>
        <c:numFmt formatCode="[$-41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1435530"/>
        <c:crosses val="autoZero"/>
        <c:auto val="1"/>
        <c:lblAlgn val="ctr"/>
        <c:lblOffset val="100"/>
        <c:noMultiLvlLbl val="0"/>
      </c:catAx>
      <c:valAx>
        <c:axId val="41435530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894568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CA0919-D977-4B82-A673-F0AC63F7565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note: verify chart, table, theme and editable text.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695367-6B45-46BD-9CBB-289B1C81F99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note: EMF must remain vector; formulas remain editable text.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F51186-33F9-4DF4-AB25-C76A13F45BE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CF624-4D88-4A0C-A10A-6EB767BCA4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AE91E3-8964-4EEE-B463-7F3F36C7C9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0C731A-0C3C-4583-9D53-A76E9B8B68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5A40D9-FCBA-4B3C-806B-EC6BA791A1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883B0-3AEE-4326-A477-6AA28B6EAA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07959C-A715-4CB2-A972-6DBECFE22D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4F274F-70F9-457B-BEC4-EFC35E5CD5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7735DE-E3FB-4347-AD7E-A8C6FF575C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B9F910-F183-4180-BE20-4E69B8BD29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93D755-0474-41F0-A485-F59DAAC0C5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20002E-38BC-4E0B-8125-EFB1008BA1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Scientific conversion quality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Rounded Rectangle 2"/>
          <p:cNvSpPr/>
          <p:nvPr/>
        </p:nvSpPr>
        <p:spPr>
          <a:xfrm>
            <a:off x="731520" y="1280160"/>
            <a:ext cx="4937400" cy="9140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Editable semantics + faithful rendering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3"/>
          <p:cNvGraphicFramePr/>
          <p:nvPr/>
        </p:nvGraphicFramePr>
        <p:xfrm>
          <a:off x="731520" y="2560320"/>
          <a:ext cx="5303160" cy="1920240"/>
        </p:xfrm>
        <a:graphic>
          <a:graphicData uri="http://schemas.openxmlformats.org/drawingml/2006/table">
            <a:tbl>
              <a:tblPr/>
              <a:tblGrid>
                <a:gridCol w="1767600"/>
                <a:gridCol w="1767600"/>
                <a:gridCol w="17676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Metric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Target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Text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Editability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Exact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Graphics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Fidelity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Native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Chart 4"/>
          <p:cNvGraphicFramePr/>
          <p:nvPr/>
        </p:nvGraphicFramePr>
        <p:xfrm>
          <a:off x="6400800" y="1280160"/>
          <a:ext cx="493740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Vector and formula controls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EMF_VECTOR_PLACEHOLDER" descr=".__emf_placeholder.png"/>
          <p:cNvPicPr/>
          <p:nvPr/>
        </p:nvPicPr>
        <p:blipFill>
          <a:blip r:embed="rId1"/>
          <a:stretch/>
        </p:blipFill>
        <p:spPr>
          <a:xfrm>
            <a:off x="822960" y="1280160"/>
            <a:ext cx="502884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6400800" y="164592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E = mc²   |   ∫₀¹ x² dx = ⅓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2024-01-01T12:00:00Z</dcterms:created>
  <dc:creator>TextAlchemy</dc:creator>
  <dc:description>generated using python-pptx</dc:description>
  <cp:keywords>pptx corpus emf chart notes</cp:keywords>
  <dc:language>ru-RU</dc:language>
  <cp:lastModifiedBy>Steve Canny</cp:lastModifiedBy>
  <dcterms:modified xsi:type="dcterms:W3CDTF">2024-01-01T12:00:00Z</dcterms:modified>
  <cp:revision>1</cp:revision>
  <dc:subject>Presentation semantics and vector fidelity</dc:subject>
  <dc:title>TextAlchemy multi-format PPTX corpus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